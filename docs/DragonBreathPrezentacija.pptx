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  <p:sldMasterId id="2147483816" r:id="rId2"/>
  </p:sldMasterIdLst>
  <p:notesMasterIdLst>
    <p:notesMasterId r:id="rId12"/>
  </p:notesMasterIdLst>
  <p:sldIdLst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46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977BD2-8185-4C42-80B2-AE38FA7F9279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38128A-45BC-4FAA-AF0C-7B9154D78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076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EFF46E-6B43-41F9-9272-B566D03A251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6932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62691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3621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60595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56484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05976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20C69-CB4E-44F7-A408-67C55627795C}" type="datetime1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229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18018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A1522-8F1E-408E-ABA2-6F5B206582B8}" type="datetime1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121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9A776-5AE6-4251-8560-C6066D0B46D6}" type="datetime1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405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26252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58859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4165116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6146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51657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48217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18957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26208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F44E88-89D9-49CC-9E37-1AF77A031198}" type="datetime1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1986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40951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3DFFD80-41C6-4EAA-B049-EE90EA550127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5296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4210B3C-79E3-495A-B2C3-EF766F409D04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2147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35515-DA3D-4D9A-9B02-44E2CBD9110F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63939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852BD0B2-E7A7-4B81-8BAF-4B92BD6A4310}" type="datetime1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027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E657DB-59AB-47CC-B4C7-A245A3C76BB1}" type="datetime1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227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A40708-E793-490B-9201-425C8D1F325C}" type="datetime1">
              <a:rPr lang="en-US" smtClean="0"/>
              <a:t>10/6/2026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1631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C1968991-530B-4F8D-80FE-2192BD2DD5A5}" type="datetime1">
              <a:rPr lang="en-US" smtClean="0"/>
              <a:t>10/6/2026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787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23477E6-5CE8-4544-92C7-AEB7D166FD7D}" type="datetime1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3538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59F5542-E2F9-4DC1-8AB7-8E5D8714BD21}" type="datetime1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9623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DD3D21CC-B9C8-49F6-ADE7-6BF4A546A74E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2470870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40723AE1-14A9-42B1-9F02-B524DA830762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02558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240801-1142-4411-9AA3-00BC0B3F40DA}" type="datetime1">
              <a:rPr lang="en-US" smtClean="0"/>
              <a:t>10/6/2026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16761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CFA9782-9FBA-47E1-A36A-E75622F7046E}" type="datetime1">
              <a:rPr lang="en-US" smtClean="0"/>
              <a:t>10/6/2026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43422499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AAA916C4-9175-479B-9610-7E06A2EDFEE0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2786147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AD2788-6390-4160-9542-0F1C554F0165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97220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E6CDFB-328D-4B9A-B955-967B0C6194A8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47950425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A994DB4-9653-4FD4-8A14-5DAFB68B0E92}" type="datetime1">
              <a:rPr lang="en-US" smtClean="0"/>
              <a:t>10/6/2026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78267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BECFC22-7333-427C-A7BB-2A423772B9A0}" type="datetime1">
              <a:rPr lang="en-US" smtClean="0"/>
              <a:t>10/6/2026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24477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B78D85C6-8657-43F4-BE68-8F80962A5435}" type="datetime1">
              <a:rPr lang="en-US" smtClean="0"/>
              <a:t>10/6/2026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8573242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9D65A6B-59CD-4A95-97A1-5003425BCE52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87416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AEBE612C-E459-4252-B286-C98BDF4C5E92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14112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D8568ADA-B78D-4076-A9DF-6C8E04B71243}" type="datetime1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17493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3ED234F-BBE0-48A3-AC31-D10A1F3BC187}" type="datetime1">
              <a:rPr lang="en-US" smtClean="0"/>
              <a:t>10/6/2026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10661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A0D3809-2B53-482D-AD1B-8B09C4B2656C}" type="datetime1">
              <a:rPr lang="en-US" smtClean="0"/>
              <a:t>10/6/2026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34420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154F04C1-B149-48D4-90B8-E64820B32F59}" type="datetime1">
              <a:rPr lang="en-US" smtClean="0"/>
              <a:t>10/6/2026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0164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AED7B4-8DB4-40B0-90CF-49D3708442C0}" type="datetime1">
              <a:rPr lang="en-US" smtClean="0"/>
              <a:t>10/6/2026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86696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861E720-2EA4-4832-8DC2-DC3D2BDBB07C}" type="datetime1">
              <a:rPr lang="en-US" smtClean="0"/>
              <a:t>10/6/2026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2735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F01E07-9F97-42AE-9FE9-3EAD856BDB2A}" type="datetime1">
              <a:rPr lang="en-US" smtClean="0"/>
              <a:t>10/6/2026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359356497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B2334-B27F-4DA0-8A92-599603070D6B}" type="datetime1">
              <a:rPr lang="en-US" smtClean="0"/>
              <a:t>10/6/2026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35708375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B8D85F-DE7D-4C09-9BDD-03377313F809}" type="datetime1">
              <a:rPr lang="en-US" smtClean="0"/>
              <a:t>10/6/2026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63300918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150565-788C-402B-B078-3F96B9A231B8}" type="datetime1">
              <a:rPr lang="en-US" smtClean="0"/>
              <a:t>10/6/2026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33570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7B20C69-CB4E-44F7-A408-67C55627795C}" type="datetime1">
              <a:rPr lang="en-US" smtClean="0"/>
              <a:t>10/6/2026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47984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72A1522-8F1E-408E-ABA2-6F5B206582B8}" type="datetime1">
              <a:rPr lang="en-US" smtClean="0"/>
              <a:t>10/6/2026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37906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E19A776-5AE6-4251-8560-C6066D0B46D6}" type="datetime1">
              <a:rPr lang="en-US" smtClean="0"/>
              <a:t>10/6/2026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50593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378AE399-1BEC-4F48-A13F-92F634989091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B68A0E50-0A22-4319-A382-A0CFECE9D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4458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AE399-1BEC-4F48-A13F-92F634989091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A0E50-0A22-4319-A382-A0CFECE9D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60840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AE399-1BEC-4F48-A13F-92F634989091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A0E50-0A22-4319-A382-A0CFECE9D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5406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AE399-1BEC-4F48-A13F-92F634989091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A0E50-0A22-4319-A382-A0CFECE9D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25824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AE399-1BEC-4F48-A13F-92F634989091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A0E50-0A22-4319-A382-A0CFECE9D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4463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AE399-1BEC-4F48-A13F-92F634989091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A0E50-0A22-4319-A382-A0CFECE9D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88577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AE399-1BEC-4F48-A13F-92F634989091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A0E50-0A22-4319-A382-A0CFECE9D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74158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AE399-1BEC-4F48-A13F-92F634989091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A0E50-0A22-4319-A382-A0CFECE9D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55149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AE399-1BEC-4F48-A13F-92F634989091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A0E50-0A22-4319-A382-A0CFECE9D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12554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8664"/>
      </p:ext>
    </p:extLst>
  </p:cSld>
  <p:clrMapOvr>
    <a:masterClrMapping/>
  </p:clrMapOvr>
  <p:hf sldNum="0" hdr="0" ftr="0" dt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03562"/>
      </p:ext>
    </p:extLst>
  </p:cSld>
  <p:clrMapOvr>
    <a:masterClrMapping/>
  </p:clrMapOvr>
  <p:hf sldNum="0" hdr="0" ftr="0" dt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335920"/>
      </p:ext>
    </p:extLst>
  </p:cSld>
  <p:clrMapOvr>
    <a:masterClrMapping/>
  </p:clrMapOvr>
  <p:hf sldNum="0" hdr="0" ftr="0" dt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164075"/>
      </p:ext>
    </p:extLst>
  </p:cSld>
  <p:clrMapOvr>
    <a:masterClrMapping/>
  </p:clrMapOvr>
  <p:hf sldNum="0" hdr="0" ftr="0" dt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16233"/>
      </p:ext>
    </p:extLst>
  </p:cSld>
  <p:clrMapOvr>
    <a:masterClrMapping/>
  </p:clrMapOvr>
  <p:hf sldNum="0" hdr="0" ftr="0" dt="0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205654"/>
      </p:ext>
    </p:extLst>
  </p:cSld>
  <p:clrMapOvr>
    <a:masterClrMapping/>
  </p:clrMapOvr>
  <p:hf sldNum="0" hdr="0" ftr="0" dt="0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378AE399-1BEC-4F48-A13F-92F634989091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A0E50-0A22-4319-A382-A0CFECE9D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88602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378AE399-1BEC-4F48-A13F-92F634989091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A0E50-0A22-4319-A382-A0CFECE9D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215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image" Target="../media/image3.png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1.xml"/><Relationship Id="rId13" Type="http://schemas.openxmlformats.org/officeDocument/2006/relationships/slideLayout" Target="../slideLayouts/slideLayout66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56.xml"/><Relationship Id="rId7" Type="http://schemas.openxmlformats.org/officeDocument/2006/relationships/slideLayout" Target="../slideLayouts/slideLayout60.xml"/><Relationship Id="rId12" Type="http://schemas.openxmlformats.org/officeDocument/2006/relationships/slideLayout" Target="../slideLayouts/slideLayout65.xml"/><Relationship Id="rId17" Type="http://schemas.openxmlformats.org/officeDocument/2006/relationships/slideLayout" Target="../slideLayouts/slideLayout70.xml"/><Relationship Id="rId2" Type="http://schemas.openxmlformats.org/officeDocument/2006/relationships/slideLayout" Target="../slideLayouts/slideLayout55.xml"/><Relationship Id="rId16" Type="http://schemas.openxmlformats.org/officeDocument/2006/relationships/slideLayout" Target="../slideLayouts/slideLayout69.xml"/><Relationship Id="rId1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64.xml"/><Relationship Id="rId5" Type="http://schemas.openxmlformats.org/officeDocument/2006/relationships/slideLayout" Target="../slideLayouts/slideLayout58.xml"/><Relationship Id="rId15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3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57.xml"/><Relationship Id="rId9" Type="http://schemas.openxmlformats.org/officeDocument/2006/relationships/slideLayout" Target="../slideLayouts/slideLayout62.xml"/><Relationship Id="rId14" Type="http://schemas.openxmlformats.org/officeDocument/2006/relationships/slideLayout" Target="../slideLayouts/slideLayout6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9814657-813A-4D7B-A2F8-E573BA1645D3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204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  <p:sldLayoutId id="2147483697" r:id="rId19"/>
    <p:sldLayoutId id="2147483698" r:id="rId20"/>
    <p:sldLayoutId id="2147483699" r:id="rId21"/>
    <p:sldLayoutId id="2147483700" r:id="rId22"/>
    <p:sldLayoutId id="2147483701" r:id="rId23"/>
    <p:sldLayoutId id="2147483702" r:id="rId24"/>
    <p:sldLayoutId id="2147483703" r:id="rId25"/>
    <p:sldLayoutId id="2147483704" r:id="rId26"/>
    <p:sldLayoutId id="2147483705" r:id="rId27"/>
    <p:sldLayoutId id="2147483706" r:id="rId28"/>
    <p:sldLayoutId id="2147483707" r:id="rId29"/>
    <p:sldLayoutId id="2147483708" r:id="rId30"/>
    <p:sldLayoutId id="2147483709" r:id="rId31"/>
    <p:sldLayoutId id="2147483710" r:id="rId32"/>
    <p:sldLayoutId id="2147483711" r:id="rId33"/>
    <p:sldLayoutId id="2147483712" r:id="rId34"/>
    <p:sldLayoutId id="2147483713" r:id="rId35"/>
    <p:sldLayoutId id="2147483714" r:id="rId36"/>
    <p:sldLayoutId id="2147483715" r:id="rId37"/>
    <p:sldLayoutId id="2147483716" r:id="rId38"/>
    <p:sldLayoutId id="2147483717" r:id="rId39"/>
    <p:sldLayoutId id="2147483718" r:id="rId40"/>
    <p:sldLayoutId id="2147483719" r:id="rId41"/>
    <p:sldLayoutId id="2147483720" r:id="rId42"/>
    <p:sldLayoutId id="2147483721" r:id="rId43"/>
    <p:sldLayoutId id="2147483722" r:id="rId44"/>
    <p:sldLayoutId id="2147483723" r:id="rId45"/>
    <p:sldLayoutId id="2147483724" r:id="rId46"/>
    <p:sldLayoutId id="2147483725" r:id="rId47"/>
    <p:sldLayoutId id="2147483726" r:id="rId48"/>
    <p:sldLayoutId id="2147483727" r:id="rId49"/>
    <p:sldLayoutId id="2147483728" r:id="rId50"/>
    <p:sldLayoutId id="2147483729" r:id="rId51"/>
    <p:sldLayoutId id="2147483730" r:id="rId52"/>
    <p:sldLayoutId id="2147483731" r:id="rId53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9814657-813A-4D7B-A2F8-E573BA1645D3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677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  <p:sldLayoutId id="2147483829" r:id="rId13"/>
    <p:sldLayoutId id="2147483830" r:id="rId14"/>
    <p:sldLayoutId id="2147483831" r:id="rId15"/>
    <p:sldLayoutId id="2147483832" r:id="rId16"/>
    <p:sldLayoutId id="2147483833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5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FF4B6-3F85-6E67-ED81-212443682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0CBC46-76F5-CB3F-9BF0-DE7BBD3C66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9902954" cy="3886200"/>
          </a:xfrm>
        </p:spPr>
        <p:txBody>
          <a:bodyPr>
            <a:noAutofit/>
          </a:bodyPr>
          <a:lstStyle/>
          <a:p>
            <a:r>
              <a:rPr lang="en-US" sz="6000" dirty="0"/>
              <a:t>- </a:t>
            </a:r>
            <a:r>
              <a:rPr lang="en-US" sz="6000" b="1" dirty="0" err="1"/>
              <a:t>DragonBreath</a:t>
            </a:r>
            <a:r>
              <a:rPr lang="en-US" sz="6000" dirty="0"/>
              <a:t> -</a:t>
            </a:r>
            <a:br>
              <a:rPr lang="en-US" sz="6000" dirty="0"/>
            </a:br>
            <a:r>
              <a:rPr lang="en-US" sz="5400" dirty="0" err="1"/>
              <a:t>Kontrola</a:t>
            </a:r>
            <a:r>
              <a:rPr lang="en-US" sz="5400" dirty="0"/>
              <a:t> </a:t>
            </a:r>
            <a:r>
              <a:rPr lang="en-US" sz="5400" dirty="0" err="1"/>
              <a:t>zmajeve</a:t>
            </a:r>
            <a:r>
              <a:rPr lang="en-US" sz="5400" dirty="0"/>
              <a:t> </a:t>
            </a:r>
            <a:r>
              <a:rPr lang="en-US" sz="5400" dirty="0" err="1"/>
              <a:t>vatre</a:t>
            </a:r>
            <a:r>
              <a:rPr lang="en-US" sz="5400" dirty="0"/>
              <a:t> </a:t>
            </a:r>
            <a:r>
              <a:rPr lang="en-US" sz="5400" dirty="0" err="1"/>
              <a:t>spirometrom</a:t>
            </a:r>
            <a:endParaRPr lang="en-US" sz="6000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CA5C5AD-7278-E875-15B7-835123AC22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Tim: </a:t>
            </a:r>
            <a:r>
              <a:rPr lang="en-US" dirty="0" err="1"/>
              <a:t>Zmajoliki</a:t>
            </a:r>
            <a:endParaRPr lang="en-US" dirty="0"/>
          </a:p>
          <a:p>
            <a:r>
              <a:rPr lang="en-US" dirty="0" err="1"/>
              <a:t>Izradili</a:t>
            </a:r>
            <a:r>
              <a:rPr lang="en-US" dirty="0"/>
              <a:t>: Antonio Hren, Mislav Maljković, Stefan Vedrina</a:t>
            </a:r>
          </a:p>
        </p:txBody>
      </p:sp>
    </p:spTree>
    <p:extLst>
      <p:ext uri="{BB962C8B-B14F-4D97-AF65-F5344CB8AC3E}">
        <p14:creationId xmlns:p14="http://schemas.microsoft.com/office/powerpoint/2010/main" val="2812452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58FB3-D8BF-9161-EBD1-69E258AB6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Zahtjevi</a:t>
            </a:r>
            <a:r>
              <a:rPr lang="en-US" dirty="0"/>
              <a:t> </a:t>
            </a:r>
            <a:r>
              <a:rPr lang="en-US" dirty="0" err="1"/>
              <a:t>projekta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1D78B-1C61-1E86-F73B-F896FD4E2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97387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600" dirty="0"/>
              <a:t>1. </a:t>
            </a:r>
            <a:r>
              <a:rPr lang="en-US" sz="1600" dirty="0" err="1"/>
              <a:t>Simulacija</a:t>
            </a:r>
            <a:r>
              <a:rPr lang="en-US" sz="1600" dirty="0"/>
              <a:t> </a:t>
            </a:r>
            <a:r>
              <a:rPr lang="en-US" sz="1600" dirty="0" err="1"/>
              <a:t>vježbe</a:t>
            </a:r>
            <a:r>
              <a:rPr lang="en-US" sz="1600" dirty="0"/>
              <a:t> </a:t>
            </a:r>
            <a:r>
              <a:rPr lang="en-US" sz="1600" dirty="0" err="1"/>
              <a:t>spirometrom</a:t>
            </a:r>
            <a:endParaRPr lang="en-US" sz="1600" dirty="0"/>
          </a:p>
          <a:p>
            <a:r>
              <a:rPr lang="en-US" sz="1600" dirty="0" err="1"/>
              <a:t>Čitanje</a:t>
            </a:r>
            <a:r>
              <a:rPr lang="en-US" sz="1600" dirty="0"/>
              <a:t> </a:t>
            </a:r>
            <a:r>
              <a:rPr lang="en-US" sz="1600" dirty="0" err="1"/>
              <a:t>vrijednosti</a:t>
            </a:r>
            <a:r>
              <a:rPr lang="en-US" sz="1600" dirty="0"/>
              <a:t> </a:t>
            </a:r>
            <a:r>
              <a:rPr lang="en-US" sz="1600" dirty="0" err="1"/>
              <a:t>potenciometra</a:t>
            </a:r>
            <a:r>
              <a:rPr lang="en-US" sz="1600" dirty="0"/>
              <a:t> </a:t>
            </a:r>
            <a:r>
              <a:rPr lang="en-US" sz="1600" dirty="0" err="1"/>
              <a:t>i</a:t>
            </a:r>
            <a:r>
              <a:rPr lang="en-US" sz="1600" dirty="0"/>
              <a:t> </a:t>
            </a:r>
            <a:r>
              <a:rPr lang="en-US" sz="1600" dirty="0" err="1"/>
              <a:t>zaglađivanje</a:t>
            </a:r>
            <a:r>
              <a:rPr lang="en-US" sz="1600" dirty="0"/>
              <a:t> </a:t>
            </a:r>
            <a:r>
              <a:rPr lang="en-US" sz="1600" dirty="0" err="1"/>
              <a:t>signala</a:t>
            </a:r>
            <a:endParaRPr lang="en-US" sz="1600" dirty="0"/>
          </a:p>
          <a:p>
            <a:r>
              <a:rPr lang="en-US" sz="1600" dirty="0" err="1"/>
              <a:t>Izračun</a:t>
            </a:r>
            <a:r>
              <a:rPr lang="en-US" sz="1600" dirty="0"/>
              <a:t> </a:t>
            </a:r>
            <a:r>
              <a:rPr lang="en-US" sz="1600" dirty="0" err="1"/>
              <a:t>volumena</a:t>
            </a:r>
            <a:r>
              <a:rPr lang="en-US" sz="1600" dirty="0"/>
              <a:t> I </a:t>
            </a:r>
            <a:r>
              <a:rPr lang="en-US" sz="1600" dirty="0" err="1"/>
              <a:t>protoka</a:t>
            </a:r>
            <a:r>
              <a:rPr lang="en-US" sz="1600" dirty="0"/>
              <a:t> </a:t>
            </a:r>
            <a:r>
              <a:rPr lang="en-US" sz="1600" dirty="0" err="1"/>
              <a:t>simuliranog</a:t>
            </a:r>
            <a:r>
              <a:rPr lang="en-US" sz="1600" dirty="0"/>
              <a:t> </a:t>
            </a:r>
            <a:r>
              <a:rPr lang="en-US" sz="1600" dirty="0" err="1"/>
              <a:t>udaha</a:t>
            </a:r>
            <a:endParaRPr lang="en-US" sz="1600" dirty="0"/>
          </a:p>
          <a:p>
            <a:r>
              <a:rPr lang="en-US" sz="1600" dirty="0" err="1"/>
              <a:t>Implementacija</a:t>
            </a:r>
            <a:r>
              <a:rPr lang="en-US" sz="1600" dirty="0"/>
              <a:t> </a:t>
            </a:r>
            <a:r>
              <a:rPr lang="en-US" sz="1600" dirty="0" err="1"/>
              <a:t>logike</a:t>
            </a:r>
            <a:r>
              <a:rPr lang="en-US" sz="1600" dirty="0"/>
              <a:t> </a:t>
            </a:r>
            <a:r>
              <a:rPr lang="en-US" sz="1600" dirty="0" err="1"/>
              <a:t>vježbe</a:t>
            </a:r>
            <a:r>
              <a:rPr lang="en-US" sz="1600" dirty="0"/>
              <a:t> </a:t>
            </a:r>
            <a:r>
              <a:rPr lang="en-US" sz="1600" dirty="0" err="1"/>
              <a:t>spirometrom</a:t>
            </a:r>
            <a:r>
              <a:rPr lang="en-US" sz="1600" dirty="0"/>
              <a:t>, </a:t>
            </a:r>
            <a:r>
              <a:rPr lang="en-US" sz="1600" dirty="0" err="1"/>
              <a:t>uz</a:t>
            </a:r>
            <a:r>
              <a:rPr lang="en-US" sz="1600" dirty="0"/>
              <a:t> </a:t>
            </a:r>
            <a:r>
              <a:rPr lang="en-US" sz="1600" dirty="0" err="1"/>
              <a:t>aktivacijske</a:t>
            </a:r>
            <a:r>
              <a:rPr lang="en-US" sz="1600" dirty="0"/>
              <a:t> </a:t>
            </a:r>
            <a:r>
              <a:rPr lang="en-US" sz="1600" dirty="0" err="1"/>
              <a:t>pragove</a:t>
            </a:r>
            <a:endParaRPr lang="en-US" sz="1600" dirty="0"/>
          </a:p>
          <a:p>
            <a:r>
              <a:rPr lang="en-US" sz="1600" dirty="0" err="1"/>
              <a:t>Uvod</a:t>
            </a:r>
            <a:r>
              <a:rPr lang="en-US" sz="1600" dirty="0"/>
              <a:t> </a:t>
            </a:r>
            <a:r>
              <a:rPr lang="en-US" sz="1600" dirty="0" err="1"/>
              <a:t>kazne</a:t>
            </a:r>
            <a:r>
              <a:rPr lang="en-US" sz="1600" dirty="0"/>
              <a:t> I </a:t>
            </a:r>
            <a:r>
              <a:rPr lang="en-US" sz="1600" dirty="0" err="1"/>
              <a:t>nagrade</a:t>
            </a:r>
            <a:r>
              <a:rPr lang="en-US" sz="1600" dirty="0"/>
              <a:t>, </a:t>
            </a:r>
            <a:r>
              <a:rPr lang="en-US" sz="1600" dirty="0" err="1"/>
              <a:t>ovisno</a:t>
            </a:r>
            <a:r>
              <a:rPr lang="en-US" sz="1600" dirty="0"/>
              <a:t> o </a:t>
            </a:r>
            <a:r>
              <a:rPr lang="en-US" sz="1600" dirty="0" err="1"/>
              <a:t>rezultatu</a:t>
            </a:r>
            <a:r>
              <a:rPr lang="en-US" sz="1600" dirty="0"/>
              <a:t> </a:t>
            </a:r>
            <a:r>
              <a:rPr lang="en-US" sz="1600" dirty="0" err="1"/>
              <a:t>vježbe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2. </a:t>
            </a:r>
            <a:r>
              <a:rPr lang="en-US" sz="1600" dirty="0" err="1"/>
              <a:t>Vizualizacija</a:t>
            </a:r>
            <a:r>
              <a:rPr lang="en-US" sz="1600" dirty="0"/>
              <a:t> </a:t>
            </a:r>
            <a:r>
              <a:rPr lang="en-US" sz="1600" dirty="0" err="1"/>
              <a:t>vježbe</a:t>
            </a:r>
            <a:endParaRPr lang="en-US" sz="1600" dirty="0"/>
          </a:p>
          <a:p>
            <a:r>
              <a:rPr lang="en-US" sz="1600" dirty="0" err="1"/>
              <a:t>Prikaz</a:t>
            </a:r>
            <a:r>
              <a:rPr lang="en-US" sz="1600" dirty="0"/>
              <a:t> </a:t>
            </a:r>
            <a:r>
              <a:rPr lang="en-US" sz="1600" dirty="0" err="1"/>
              <a:t>logike</a:t>
            </a:r>
            <a:r>
              <a:rPr lang="en-US" sz="1600" dirty="0"/>
              <a:t> </a:t>
            </a:r>
            <a:r>
              <a:rPr lang="en-US" sz="1600" dirty="0" err="1"/>
              <a:t>spirometra</a:t>
            </a:r>
            <a:r>
              <a:rPr lang="en-US" sz="1600" dirty="0"/>
              <a:t> </a:t>
            </a:r>
            <a:r>
              <a:rPr lang="en-US" sz="1600" dirty="0" err="1"/>
              <a:t>snagom</a:t>
            </a:r>
            <a:r>
              <a:rPr lang="en-US" sz="1600" dirty="0"/>
              <a:t> </a:t>
            </a:r>
            <a:r>
              <a:rPr lang="en-US" sz="1600" dirty="0" err="1"/>
              <a:t>zmajeve</a:t>
            </a:r>
            <a:r>
              <a:rPr lang="en-US" sz="1600" dirty="0"/>
              <a:t> </a:t>
            </a:r>
            <a:r>
              <a:rPr lang="en-US" sz="1600" dirty="0" err="1"/>
              <a:t>vatre</a:t>
            </a:r>
            <a:r>
              <a:rPr lang="en-US" sz="1600" dirty="0"/>
              <a:t> </a:t>
            </a:r>
            <a:r>
              <a:rPr lang="en-US" sz="1600" dirty="0" err="1"/>
              <a:t>na</a:t>
            </a:r>
            <a:r>
              <a:rPr lang="en-US" sz="1600" dirty="0"/>
              <a:t> OLED </a:t>
            </a:r>
            <a:r>
              <a:rPr lang="en-US" sz="1600" dirty="0" err="1"/>
              <a:t>zaslonu</a:t>
            </a:r>
            <a:endParaRPr lang="en-US" sz="1600" dirty="0"/>
          </a:p>
          <a:p>
            <a:r>
              <a:rPr lang="en-US" sz="1600" dirty="0" err="1"/>
              <a:t>Prikaz</a:t>
            </a:r>
            <a:r>
              <a:rPr lang="en-US" sz="1600" dirty="0"/>
              <a:t> </a:t>
            </a:r>
            <a:r>
              <a:rPr lang="en-US" sz="1600" dirty="0" err="1"/>
              <a:t>trenutnih</a:t>
            </a:r>
            <a:r>
              <a:rPr lang="en-US" sz="1600" dirty="0"/>
              <a:t> </a:t>
            </a:r>
            <a:r>
              <a:rPr lang="en-US" sz="1600" dirty="0" err="1"/>
              <a:t>bodova</a:t>
            </a:r>
            <a:r>
              <a:rPr lang="en-US" sz="1600" dirty="0"/>
              <a:t> </a:t>
            </a:r>
            <a:r>
              <a:rPr lang="en-US" sz="1600" dirty="0" err="1"/>
              <a:t>na</a:t>
            </a:r>
            <a:r>
              <a:rPr lang="en-US" sz="1600" dirty="0"/>
              <a:t> LED </a:t>
            </a:r>
            <a:r>
              <a:rPr lang="en-US" sz="1600" dirty="0" err="1"/>
              <a:t>Brojaču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3. IoT </a:t>
            </a:r>
            <a:r>
              <a:rPr lang="en-US" sz="1600" dirty="0" err="1"/>
              <a:t>funkcionalnosti</a:t>
            </a:r>
            <a:endParaRPr lang="en-US" sz="1600" dirty="0"/>
          </a:p>
          <a:p>
            <a:r>
              <a:rPr lang="en-US" sz="1600" dirty="0" err="1"/>
              <a:t>Spremanje</a:t>
            </a:r>
            <a:r>
              <a:rPr lang="en-US" sz="1600" dirty="0"/>
              <a:t> </a:t>
            </a:r>
            <a:r>
              <a:rPr lang="en-US" sz="1600" dirty="0" err="1"/>
              <a:t>najboljeg</a:t>
            </a:r>
            <a:r>
              <a:rPr lang="en-US" sz="1600" dirty="0"/>
              <a:t> </a:t>
            </a:r>
            <a:r>
              <a:rPr lang="en-US" sz="1600" dirty="0" err="1"/>
              <a:t>rezultata</a:t>
            </a:r>
            <a:r>
              <a:rPr lang="en-US" sz="1600" dirty="0"/>
              <a:t> u </a:t>
            </a:r>
            <a:r>
              <a:rPr lang="en-US" sz="1600" dirty="0" err="1"/>
              <a:t>trajnu</a:t>
            </a:r>
            <a:r>
              <a:rPr lang="en-US" sz="1600" dirty="0"/>
              <a:t> </a:t>
            </a:r>
            <a:r>
              <a:rPr lang="en-US" sz="1600" dirty="0" err="1"/>
              <a:t>memoriju</a:t>
            </a:r>
            <a:r>
              <a:rPr lang="en-US" sz="1600" dirty="0"/>
              <a:t> </a:t>
            </a:r>
          </a:p>
          <a:p>
            <a:r>
              <a:rPr lang="en-US" sz="1600" dirty="0" err="1"/>
              <a:t>Slanje</a:t>
            </a:r>
            <a:r>
              <a:rPr lang="en-US" sz="1600" dirty="0"/>
              <a:t> </a:t>
            </a:r>
            <a:r>
              <a:rPr lang="en-US" sz="1600" dirty="0" err="1"/>
              <a:t>ukupno</a:t>
            </a:r>
            <a:r>
              <a:rPr lang="en-US" sz="1600" dirty="0"/>
              <a:t> </a:t>
            </a:r>
            <a:r>
              <a:rPr lang="en-US" sz="1600" dirty="0" err="1"/>
              <a:t>ostvarenog</a:t>
            </a:r>
            <a:r>
              <a:rPr lang="en-US" sz="1600" dirty="0"/>
              <a:t> </a:t>
            </a:r>
            <a:r>
              <a:rPr lang="en-US" sz="1600" dirty="0" err="1"/>
              <a:t>volumena</a:t>
            </a:r>
            <a:r>
              <a:rPr lang="en-US" sz="1600" dirty="0"/>
              <a:t> Wi-Fi </a:t>
            </a:r>
            <a:r>
              <a:rPr lang="en-US" sz="1600" dirty="0" err="1"/>
              <a:t>vezom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35067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C08F4-6A68-64E7-3E5E-F1E64008E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Korištene</a:t>
            </a:r>
            <a:r>
              <a:rPr lang="en-US" dirty="0"/>
              <a:t> </a:t>
            </a:r>
            <a:r>
              <a:rPr lang="en-US" dirty="0" err="1"/>
              <a:t>tehnologije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8DEDF-774C-273F-85E5-16126874B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ESP32 </a:t>
            </a:r>
            <a:r>
              <a:rPr lang="en-US" dirty="0" err="1"/>
              <a:t>Mikrokontroler</a:t>
            </a:r>
            <a:r>
              <a:rPr lang="en-US" dirty="0"/>
              <a:t> </a:t>
            </a:r>
            <a:r>
              <a:rPr lang="en-US" dirty="0" err="1"/>
              <a:t>uz</a:t>
            </a:r>
            <a:r>
              <a:rPr lang="en-US" dirty="0"/>
              <a:t> Arduino framework – </a:t>
            </a:r>
            <a:r>
              <a:rPr lang="en-US" dirty="0" err="1"/>
              <a:t>Centralni</a:t>
            </a:r>
            <a:r>
              <a:rPr lang="en-US" dirty="0"/>
              <a:t> </a:t>
            </a:r>
            <a:r>
              <a:rPr lang="en-US" dirty="0" err="1"/>
              <a:t>dio</a:t>
            </a:r>
            <a:r>
              <a:rPr lang="en-US" dirty="0"/>
              <a:t> </a:t>
            </a:r>
            <a:r>
              <a:rPr lang="en-US" dirty="0" err="1"/>
              <a:t>sustava</a:t>
            </a:r>
            <a:endParaRPr lang="en-US" dirty="0"/>
          </a:p>
          <a:p>
            <a:r>
              <a:rPr lang="en-US" dirty="0" err="1"/>
              <a:t>Wokwi</a:t>
            </a:r>
            <a:r>
              <a:rPr lang="en-US" dirty="0"/>
              <a:t> – </a:t>
            </a:r>
            <a:r>
              <a:rPr lang="en-US" dirty="0" err="1"/>
              <a:t>Simulacijsko</a:t>
            </a:r>
            <a:r>
              <a:rPr lang="en-US" dirty="0"/>
              <a:t> </a:t>
            </a:r>
            <a:r>
              <a:rPr lang="en-US" dirty="0" err="1"/>
              <a:t>okruženje</a:t>
            </a:r>
            <a:endParaRPr lang="en-US" dirty="0"/>
          </a:p>
          <a:p>
            <a:r>
              <a:rPr lang="en-US" dirty="0"/>
              <a:t>Visual Studio Code </a:t>
            </a:r>
            <a:r>
              <a:rPr lang="en-US" dirty="0" err="1"/>
              <a:t>uz</a:t>
            </a:r>
            <a:r>
              <a:rPr lang="en-US" dirty="0"/>
              <a:t> </a:t>
            </a:r>
            <a:r>
              <a:rPr lang="en-US" dirty="0" err="1"/>
              <a:t>PlatformIO</a:t>
            </a:r>
            <a:r>
              <a:rPr lang="en-US" dirty="0"/>
              <a:t> – </a:t>
            </a:r>
            <a:r>
              <a:rPr lang="en-US" dirty="0" err="1"/>
              <a:t>Razvojno</a:t>
            </a:r>
            <a:r>
              <a:rPr lang="en-US" dirty="0"/>
              <a:t> </a:t>
            </a:r>
            <a:r>
              <a:rPr lang="en-US" dirty="0" err="1"/>
              <a:t>okružnje</a:t>
            </a:r>
            <a:endParaRPr lang="en-US" dirty="0"/>
          </a:p>
          <a:p>
            <a:r>
              <a:rPr lang="en-US" dirty="0"/>
              <a:t>GitHub – </a:t>
            </a:r>
            <a:r>
              <a:rPr lang="en-US" dirty="0" err="1"/>
              <a:t>Verzioniranje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wiki </a:t>
            </a:r>
            <a:r>
              <a:rPr lang="en-US" dirty="0" err="1"/>
              <a:t>dokumentacija</a:t>
            </a:r>
            <a:endParaRPr lang="en-US" dirty="0"/>
          </a:p>
          <a:p>
            <a:r>
              <a:rPr lang="en-US" dirty="0" err="1"/>
              <a:t>Doxygen</a:t>
            </a:r>
            <a:r>
              <a:rPr lang="en-US" dirty="0"/>
              <a:t> – </a:t>
            </a:r>
            <a:r>
              <a:rPr lang="en-US" dirty="0" err="1"/>
              <a:t>Generiranje</a:t>
            </a:r>
            <a:r>
              <a:rPr lang="en-US" dirty="0"/>
              <a:t> </a:t>
            </a:r>
            <a:r>
              <a:rPr lang="en-US" dirty="0" err="1"/>
              <a:t>dokumentacije</a:t>
            </a:r>
            <a:endParaRPr lang="en-US" dirty="0"/>
          </a:p>
        </p:txBody>
      </p:sp>
      <p:pic>
        <p:nvPicPr>
          <p:cNvPr id="4" name="Picture 3" descr="Visual Studio Code - Download and install on Windows | Microsoft Store">
            <a:extLst>
              <a:ext uri="{FF2B5EF4-FFF2-40B4-BE49-F238E27FC236}">
                <a16:creationId xmlns:a16="http://schemas.microsoft.com/office/drawing/2014/main" id="{9CABE60A-2B3E-5A7A-0F43-CE9FDF217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6194" y="3493637"/>
            <a:ext cx="2248951" cy="2248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292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E8FA9-D395-5BC2-8B62-7D078E24A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Komponente</a:t>
            </a:r>
            <a:r>
              <a:rPr lang="en-US" dirty="0"/>
              <a:t> </a:t>
            </a:r>
            <a:r>
              <a:rPr lang="en-US" dirty="0" err="1"/>
              <a:t>sustava</a:t>
            </a:r>
            <a:endParaRPr lang="en-US" dirty="0"/>
          </a:p>
        </p:txBody>
      </p:sp>
      <p:pic>
        <p:nvPicPr>
          <p:cNvPr id="7" name="Picture 6" descr="Adjustable Potentiometer Module for Arduino UNO and MEGA">
            <a:extLst>
              <a:ext uri="{FF2B5EF4-FFF2-40B4-BE49-F238E27FC236}">
                <a16:creationId xmlns:a16="http://schemas.microsoft.com/office/drawing/2014/main" id="{8CB7926E-771D-510F-111C-9D78096717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259" b="22012"/>
          <a:stretch>
            <a:fillRect/>
          </a:stretch>
        </p:blipFill>
        <p:spPr>
          <a:xfrm>
            <a:off x="5320963" y="2377465"/>
            <a:ext cx="2304625" cy="1658534"/>
          </a:xfrm>
          <a:prstGeom prst="rect">
            <a:avLst/>
          </a:prstGeom>
        </p:spPr>
      </p:pic>
      <p:pic>
        <p:nvPicPr>
          <p:cNvPr id="4" name="Picture 3" descr="ESP32-DevKitM-1 - ESP32 - — esp-dev-kits latest documentation">
            <a:extLst>
              <a:ext uri="{FF2B5EF4-FFF2-40B4-BE49-F238E27FC236}">
                <a16:creationId xmlns:a16="http://schemas.microsoft.com/office/drawing/2014/main" id="{7C0FEEF1-55BC-E8A3-9D28-DC2DB7DC1C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227" y="2100309"/>
            <a:ext cx="3076431" cy="2146606"/>
          </a:xfrm>
          <a:prstGeom prst="rect">
            <a:avLst/>
          </a:prstGeom>
        </p:spPr>
      </p:pic>
      <p:pic>
        <p:nvPicPr>
          <p:cNvPr id="8" name="Picture 7" descr="A392 Tactile Push Button Switch (4-Pin) – Momentary Micro Tact Switch –  SLVSALES">
            <a:extLst>
              <a:ext uri="{FF2B5EF4-FFF2-40B4-BE49-F238E27FC236}">
                <a16:creationId xmlns:a16="http://schemas.microsoft.com/office/drawing/2014/main" id="{2DA152AA-E9AE-112A-F9F3-84435C9B2B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0077" y="3625497"/>
            <a:ext cx="2566723" cy="3738488"/>
          </a:xfrm>
          <a:prstGeom prst="rect">
            <a:avLst/>
          </a:prstGeom>
        </p:spPr>
      </p:pic>
      <p:pic>
        <p:nvPicPr>
          <p:cNvPr id="9" name="Picture 8" descr="SSD1306 128x64 Mono 0.96 Inch I2C OLED Display - Datasheet Hub">
            <a:extLst>
              <a:ext uri="{FF2B5EF4-FFF2-40B4-BE49-F238E27FC236}">
                <a16:creationId xmlns:a16="http://schemas.microsoft.com/office/drawing/2014/main" id="{0415A2B7-0C94-0857-8266-B15D5E0DEEC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328" t="8472" r="11312" b="16836"/>
          <a:stretch>
            <a:fillRect/>
          </a:stretch>
        </p:blipFill>
        <p:spPr>
          <a:xfrm>
            <a:off x="9631626" y="2189843"/>
            <a:ext cx="2131498" cy="2112581"/>
          </a:xfrm>
          <a:prstGeom prst="rect">
            <a:avLst/>
          </a:prstGeom>
        </p:spPr>
      </p:pic>
      <p:pic>
        <p:nvPicPr>
          <p:cNvPr id="10" name="Picture 9" descr="How to Use TM1637: Pinouts, Specs, and Examples | Cirkit Designer">
            <a:extLst>
              <a:ext uri="{FF2B5EF4-FFF2-40B4-BE49-F238E27FC236}">
                <a16:creationId xmlns:a16="http://schemas.microsoft.com/office/drawing/2014/main" id="{8072217D-4AC4-3C9D-CF90-7708AC0C8A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7936" y="4811635"/>
            <a:ext cx="2313037" cy="118983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8F53C63-B9C5-10F5-DEEE-05CCB4262DF9}"/>
              </a:ext>
            </a:extLst>
          </p:cNvPr>
          <p:cNvSpPr txBox="1"/>
          <p:nvPr/>
        </p:nvSpPr>
        <p:spPr>
          <a:xfrm>
            <a:off x="663070" y="4172142"/>
            <a:ext cx="2449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ESP32 </a:t>
            </a:r>
            <a:r>
              <a:rPr lang="en-US" dirty="0" err="1"/>
              <a:t>mikrokontroler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0BA039-C527-B1D7-21ED-1F14F9B011E9}"/>
              </a:ext>
            </a:extLst>
          </p:cNvPr>
          <p:cNvSpPr txBox="1"/>
          <p:nvPr/>
        </p:nvSpPr>
        <p:spPr>
          <a:xfrm>
            <a:off x="2925267" y="6120281"/>
            <a:ext cx="22669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TM1637 LED </a:t>
            </a:r>
            <a:r>
              <a:rPr lang="en-US" dirty="0" err="1"/>
              <a:t>brojač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67DA4A-BD91-77C7-5A49-59C48AFCBC1D}"/>
              </a:ext>
            </a:extLst>
          </p:cNvPr>
          <p:cNvSpPr txBox="1"/>
          <p:nvPr/>
        </p:nvSpPr>
        <p:spPr>
          <a:xfrm>
            <a:off x="4995947" y="4175881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Analogni</a:t>
            </a:r>
            <a:r>
              <a:rPr lang="en-US" dirty="0"/>
              <a:t> </a:t>
            </a:r>
            <a:r>
              <a:rPr lang="en-US" dirty="0" err="1"/>
              <a:t>potenciometar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8A4C84-548B-FBA6-39EA-CF4B328847F1}"/>
              </a:ext>
            </a:extLst>
          </p:cNvPr>
          <p:cNvSpPr txBox="1"/>
          <p:nvPr/>
        </p:nvSpPr>
        <p:spPr>
          <a:xfrm>
            <a:off x="9380813" y="4246915"/>
            <a:ext cx="2513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SSD1306 OLED </a:t>
            </a:r>
            <a:r>
              <a:rPr lang="en-US" dirty="0" err="1"/>
              <a:t>zaslon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2B4A3F-E3E9-BD22-42EB-64D5CA2E41C9}"/>
              </a:ext>
            </a:extLst>
          </p:cNvPr>
          <p:cNvSpPr txBox="1"/>
          <p:nvPr/>
        </p:nvSpPr>
        <p:spPr>
          <a:xfrm>
            <a:off x="8092833" y="6120281"/>
            <a:ext cx="901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Gumb</a:t>
            </a:r>
          </a:p>
        </p:txBody>
      </p:sp>
    </p:spTree>
    <p:extLst>
      <p:ext uri="{BB962C8B-B14F-4D97-AF65-F5344CB8AC3E}">
        <p14:creationId xmlns:p14="http://schemas.microsoft.com/office/powerpoint/2010/main" val="4143666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409E9-175A-5A2F-F6F4-CFAA5C252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2A1D7-B67A-9AE5-0902-DB773CF7D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Stanje - INHALE.png">
            <a:extLst>
              <a:ext uri="{FF2B5EF4-FFF2-40B4-BE49-F238E27FC236}">
                <a16:creationId xmlns:a16="http://schemas.microsoft.com/office/drawing/2014/main" id="{67EF6FF9-4087-DDE9-47CD-4C2B805EFE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3908"/>
          <a:stretch>
            <a:fillRect/>
          </a:stretch>
        </p:blipFill>
        <p:spPr>
          <a:xfrm>
            <a:off x="4050628" y="475331"/>
            <a:ext cx="4626713" cy="6047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297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3F154-AC23-EE6F-C9D9-BD7507C07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Rješenje</a:t>
            </a:r>
            <a:r>
              <a:rPr lang="en-US" dirty="0"/>
              <a:t> – Logika </a:t>
            </a:r>
            <a:r>
              <a:rPr lang="en-US" dirty="0" err="1"/>
              <a:t>vježbe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4A159-AD81-19BC-13C7-0A5A3A185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440" y="2362711"/>
            <a:ext cx="6128715" cy="3416300"/>
          </a:xfrm>
        </p:spPr>
        <p:txBody>
          <a:bodyPr/>
          <a:lstStyle/>
          <a:p>
            <a:r>
              <a:rPr lang="en-US" dirty="0" err="1"/>
              <a:t>Čitanje</a:t>
            </a:r>
            <a:r>
              <a:rPr lang="en-US" dirty="0"/>
              <a:t>, </a:t>
            </a:r>
            <a:r>
              <a:rPr lang="en-US" dirty="0" err="1"/>
              <a:t>filtriranje</a:t>
            </a:r>
            <a:r>
              <a:rPr lang="en-US" dirty="0"/>
              <a:t> i </a:t>
            </a:r>
            <a:r>
              <a:rPr lang="en-US" dirty="0" err="1"/>
              <a:t>prevođenje</a:t>
            </a:r>
            <a:r>
              <a:rPr lang="en-US" dirty="0"/>
              <a:t> </a:t>
            </a:r>
            <a:r>
              <a:rPr lang="en-US" dirty="0" err="1"/>
              <a:t>signala</a:t>
            </a:r>
            <a:r>
              <a:rPr lang="en-US" dirty="0"/>
              <a:t> </a:t>
            </a:r>
            <a:r>
              <a:rPr lang="en-US" dirty="0" err="1"/>
              <a:t>potenciometra</a:t>
            </a:r>
            <a:endParaRPr lang="en-US" dirty="0"/>
          </a:p>
          <a:p>
            <a:r>
              <a:rPr lang="en-US" dirty="0"/>
              <a:t>U </a:t>
            </a:r>
            <a:r>
              <a:rPr lang="en-US" dirty="0" err="1"/>
              <a:t>projektu</a:t>
            </a:r>
            <a:r>
              <a:rPr lang="en-US" dirty="0"/>
              <a:t> </a:t>
            </a:r>
            <a:r>
              <a:rPr lang="en-US" dirty="0" err="1"/>
              <a:t>nema</a:t>
            </a:r>
            <a:r>
              <a:rPr lang="en-US" dirty="0"/>
              <a:t> delay(), </a:t>
            </a:r>
            <a:r>
              <a:rPr lang="en-US" dirty="0" err="1"/>
              <a:t>eliminirano</a:t>
            </a:r>
            <a:r>
              <a:rPr lang="en-US" dirty="0"/>
              <a:t> </a:t>
            </a:r>
            <a:r>
              <a:rPr lang="en-US" dirty="0" err="1"/>
              <a:t>blokirajuće</a:t>
            </a:r>
            <a:r>
              <a:rPr lang="en-US" dirty="0"/>
              <a:t> </a:t>
            </a:r>
            <a:r>
              <a:rPr lang="en-US" dirty="0" err="1"/>
              <a:t>kašnjenje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9EC726-334B-B9D9-8BCA-2ADF75EB38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2960" y="4068744"/>
            <a:ext cx="3849641" cy="26001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78C95E-36B0-A875-CD78-A011E279E4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440" y="4068744"/>
            <a:ext cx="3581404" cy="20667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B881600-35F1-F1D0-6383-D5C26C4E64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4236" y="3676970"/>
            <a:ext cx="2568775" cy="2850285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5D13489-CFD3-C0AB-C5AF-6BAE7AA4CB3F}"/>
              </a:ext>
            </a:extLst>
          </p:cNvPr>
          <p:cNvSpPr txBox="1">
            <a:spLocks/>
          </p:cNvSpPr>
          <p:nvPr/>
        </p:nvSpPr>
        <p:spPr>
          <a:xfrm>
            <a:off x="7028181" y="2360594"/>
            <a:ext cx="4739201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Četiri</a:t>
            </a:r>
            <a:r>
              <a:rPr lang="en-US" dirty="0"/>
              <a:t> </a:t>
            </a:r>
            <a:r>
              <a:rPr lang="en-US" dirty="0" err="1"/>
              <a:t>stanja</a:t>
            </a:r>
            <a:r>
              <a:rPr lang="en-US" dirty="0"/>
              <a:t> </a:t>
            </a:r>
            <a:r>
              <a:rPr lang="en-US" dirty="0" err="1"/>
              <a:t>vježbe</a:t>
            </a:r>
            <a:r>
              <a:rPr lang="en-US" dirty="0"/>
              <a:t>: IDLE, INHALE, SUCCESS </a:t>
            </a:r>
            <a:r>
              <a:rPr lang="en-US" dirty="0" err="1"/>
              <a:t>i</a:t>
            </a:r>
            <a:r>
              <a:rPr lang="en-US" dirty="0"/>
              <a:t> FAILED</a:t>
            </a:r>
          </a:p>
          <a:p>
            <a:r>
              <a:rPr lang="en-US" dirty="0" err="1"/>
              <a:t>updateExercise</a:t>
            </a:r>
            <a:r>
              <a:rPr lang="en-US" dirty="0"/>
              <a:t>() </a:t>
            </a:r>
            <a:r>
              <a:rPr lang="en-US" dirty="0" err="1"/>
              <a:t>odlučuje</a:t>
            </a:r>
            <a:r>
              <a:rPr lang="en-US" dirty="0"/>
              <a:t> o </a:t>
            </a:r>
            <a:r>
              <a:rPr lang="en-US" dirty="0" err="1"/>
              <a:t>promjenama</a:t>
            </a:r>
            <a:r>
              <a:rPr lang="en-US" dirty="0"/>
              <a:t> </a:t>
            </a:r>
            <a:r>
              <a:rPr lang="en-US" dirty="0" err="1"/>
              <a:t>stanje</a:t>
            </a:r>
            <a:r>
              <a:rPr lang="en-US" dirty="0"/>
              <a:t> </a:t>
            </a:r>
            <a:r>
              <a:rPr lang="en-US" dirty="0" err="1"/>
              <a:t>prema</a:t>
            </a:r>
            <a:r>
              <a:rPr lang="en-US" dirty="0"/>
              <a:t> </a:t>
            </a:r>
            <a:r>
              <a:rPr lang="en-US" dirty="0" err="1"/>
              <a:t>danim</a:t>
            </a:r>
            <a:r>
              <a:rPr lang="en-US" dirty="0"/>
              <a:t> </a:t>
            </a:r>
            <a:r>
              <a:rPr lang="en-US" dirty="0" err="1"/>
              <a:t>podacima</a:t>
            </a:r>
            <a:r>
              <a:rPr lang="en-US" dirty="0"/>
              <a:t> </a:t>
            </a:r>
            <a:r>
              <a:rPr lang="en-US" dirty="0" err="1"/>
              <a:t>vremena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protoka</a:t>
            </a:r>
            <a:r>
              <a:rPr lang="en-US" dirty="0"/>
              <a:t> </a:t>
            </a:r>
            <a:r>
              <a:rPr lang="en-US" dirty="0" err="1"/>
              <a:t>zraka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3180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0AB56-16BB-45B7-1E6E-8389A743D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Rješenje</a:t>
            </a:r>
            <a:r>
              <a:rPr lang="en-US" dirty="0"/>
              <a:t> - </a:t>
            </a:r>
            <a:r>
              <a:rPr lang="en-US" dirty="0" err="1"/>
              <a:t>Vizualizacija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2960F-F615-62F4-09BE-5F4060F5E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947" y="2559357"/>
            <a:ext cx="5769260" cy="3416300"/>
          </a:xfrm>
        </p:spPr>
        <p:txBody>
          <a:bodyPr/>
          <a:lstStyle/>
          <a:p>
            <a:r>
              <a:rPr lang="en-US" dirty="0" err="1"/>
              <a:t>Korištene</a:t>
            </a:r>
            <a:r>
              <a:rPr lang="en-US" dirty="0"/>
              <a:t> Adafruit (OLED) </a:t>
            </a:r>
            <a:r>
              <a:rPr lang="en-US" dirty="0" err="1"/>
              <a:t>i</a:t>
            </a:r>
            <a:r>
              <a:rPr lang="en-US" dirty="0"/>
              <a:t> TM1637 (</a:t>
            </a:r>
            <a:r>
              <a:rPr lang="en-US" dirty="0" err="1"/>
              <a:t>Brojač</a:t>
            </a:r>
            <a:r>
              <a:rPr lang="en-US" dirty="0"/>
              <a:t>) </a:t>
            </a:r>
            <a:r>
              <a:rPr lang="en-US" dirty="0" err="1"/>
              <a:t>biblioteke</a:t>
            </a:r>
            <a:endParaRPr lang="en-US" dirty="0"/>
          </a:p>
          <a:p>
            <a:r>
              <a:rPr lang="en-US" dirty="0" err="1"/>
              <a:t>Metoda</a:t>
            </a:r>
            <a:r>
              <a:rPr lang="en-US" dirty="0"/>
              <a:t> </a:t>
            </a:r>
            <a:r>
              <a:rPr lang="en-US" dirty="0" err="1"/>
              <a:t>display_update</a:t>
            </a:r>
            <a:r>
              <a:rPr lang="en-US" dirty="0"/>
              <a:t>() </a:t>
            </a:r>
            <a:r>
              <a:rPr lang="en-US" dirty="0" err="1"/>
              <a:t>zvana</a:t>
            </a:r>
            <a:r>
              <a:rPr lang="en-US" dirty="0"/>
              <a:t> </a:t>
            </a:r>
            <a:r>
              <a:rPr lang="en-US" dirty="0" err="1"/>
              <a:t>svaki</a:t>
            </a:r>
            <a:r>
              <a:rPr lang="en-US" dirty="0"/>
              <a:t> loop za </a:t>
            </a:r>
            <a:r>
              <a:rPr lang="en-US" dirty="0" err="1"/>
              <a:t>ažuriranje</a:t>
            </a:r>
            <a:r>
              <a:rPr lang="en-US" dirty="0"/>
              <a:t> </a:t>
            </a:r>
            <a:r>
              <a:rPr lang="en-US" dirty="0" err="1"/>
              <a:t>prikaza</a:t>
            </a:r>
            <a:endParaRPr lang="en-US" dirty="0"/>
          </a:p>
          <a:p>
            <a:r>
              <a:rPr lang="en-US" dirty="0" err="1"/>
              <a:t>Različiti</a:t>
            </a:r>
            <a:r>
              <a:rPr lang="en-US" dirty="0"/>
              <a:t> </a:t>
            </a:r>
            <a:r>
              <a:rPr lang="en-US" dirty="0" err="1"/>
              <a:t>prikazi</a:t>
            </a:r>
            <a:r>
              <a:rPr lang="en-US" dirty="0"/>
              <a:t> </a:t>
            </a:r>
            <a:r>
              <a:rPr lang="en-US" dirty="0" err="1"/>
              <a:t>ovisno</a:t>
            </a:r>
            <a:r>
              <a:rPr lang="en-US" dirty="0"/>
              <a:t> o </a:t>
            </a:r>
            <a:r>
              <a:rPr lang="en-US" dirty="0" err="1"/>
              <a:t>stanju</a:t>
            </a:r>
            <a:r>
              <a:rPr lang="en-US" dirty="0"/>
              <a:t> </a:t>
            </a:r>
            <a:r>
              <a:rPr lang="en-US" dirty="0" err="1"/>
              <a:t>igre</a:t>
            </a:r>
            <a:r>
              <a:rPr lang="en-US" dirty="0"/>
              <a:t>,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predanim</a:t>
            </a:r>
            <a:r>
              <a:rPr lang="en-US" dirty="0"/>
              <a:t> </a:t>
            </a:r>
            <a:r>
              <a:rPr lang="en-US" dirty="0" err="1"/>
              <a:t>varijablama</a:t>
            </a:r>
            <a:endParaRPr lang="en-US" dirty="0"/>
          </a:p>
          <a:p>
            <a:r>
              <a:rPr lang="en-US" dirty="0" err="1"/>
              <a:t>Korištene</a:t>
            </a:r>
            <a:r>
              <a:rPr lang="en-US" dirty="0"/>
              <a:t> </a:t>
            </a:r>
            <a:r>
              <a:rPr lang="en-US" dirty="0" err="1"/>
              <a:t>ručno</a:t>
            </a:r>
            <a:r>
              <a:rPr lang="en-US" dirty="0"/>
              <a:t> </a:t>
            </a:r>
            <a:r>
              <a:rPr lang="en-US" dirty="0" err="1"/>
              <a:t>nacrtane</a:t>
            </a:r>
            <a:r>
              <a:rPr lang="en-US" dirty="0"/>
              <a:t> </a:t>
            </a:r>
            <a:r>
              <a:rPr lang="en-US" dirty="0" err="1"/>
              <a:t>ikone</a:t>
            </a:r>
            <a:r>
              <a:rPr lang="en-US" dirty="0"/>
              <a:t>, </a:t>
            </a:r>
            <a:r>
              <a:rPr lang="en-US" dirty="0" err="1"/>
              <a:t>oblici</a:t>
            </a:r>
            <a:r>
              <a:rPr lang="en-US" dirty="0"/>
              <a:t> (</a:t>
            </a:r>
            <a:r>
              <a:rPr lang="en-US" dirty="0" err="1"/>
              <a:t>definirani</a:t>
            </a:r>
            <a:r>
              <a:rPr lang="en-US" dirty="0"/>
              <a:t> u </a:t>
            </a:r>
            <a:r>
              <a:rPr lang="en-US" dirty="0" err="1"/>
              <a:t>biblioteci</a:t>
            </a:r>
            <a:r>
              <a:rPr lang="en-US" dirty="0"/>
              <a:t>)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prikaz</a:t>
            </a:r>
            <a:r>
              <a:rPr lang="en-US" dirty="0"/>
              <a:t> </a:t>
            </a:r>
            <a:r>
              <a:rPr lang="en-US" dirty="0" err="1"/>
              <a:t>teksta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OLED-u,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prevođenje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prikaz</a:t>
            </a:r>
            <a:r>
              <a:rPr lang="en-US" dirty="0"/>
              <a:t> </a:t>
            </a:r>
            <a:r>
              <a:rPr lang="en-US" dirty="0" err="1"/>
              <a:t>brojeva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brojaču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9811B4-6C10-9D74-6EBE-59802141D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5229" y="2845281"/>
            <a:ext cx="5094782" cy="313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295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D7BEE-2985-0094-09A0-DBA4724A5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Rješenje</a:t>
            </a:r>
            <a:r>
              <a:rPr lang="en-US" dirty="0"/>
              <a:t> - IoT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956E0-F712-107A-9E55-163D6F0FE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1442" y="2291458"/>
            <a:ext cx="3650376" cy="3416300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WiFi</a:t>
            </a:r>
            <a:endParaRPr lang="en-US" dirty="0"/>
          </a:p>
          <a:p>
            <a:r>
              <a:rPr lang="en-US" dirty="0"/>
              <a:t>MQTT </a:t>
            </a:r>
            <a:r>
              <a:rPr lang="en-US" dirty="0" err="1"/>
              <a:t>prokol</a:t>
            </a:r>
            <a:r>
              <a:rPr lang="en-US" dirty="0"/>
              <a:t>, </a:t>
            </a:r>
            <a:r>
              <a:rPr lang="en-US" dirty="0" err="1"/>
              <a:t>PubSubClient</a:t>
            </a:r>
            <a:r>
              <a:rPr lang="en-US" dirty="0"/>
              <a:t>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4BB01E-E35E-7C3C-7D25-924C8FE3B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645" y="3189364"/>
            <a:ext cx="4689745" cy="2764336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696EF7F-2D01-66C0-2337-B97114B0F408}"/>
              </a:ext>
            </a:extLst>
          </p:cNvPr>
          <p:cNvSpPr txBox="1">
            <a:spLocks/>
          </p:cNvSpPr>
          <p:nvPr/>
        </p:nvSpPr>
        <p:spPr>
          <a:xfrm>
            <a:off x="6951409" y="2348532"/>
            <a:ext cx="3650376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dirty="0" err="1"/>
              <a:t>Trajna</a:t>
            </a:r>
            <a:r>
              <a:rPr lang="en-US" dirty="0"/>
              <a:t> </a:t>
            </a:r>
            <a:r>
              <a:rPr lang="en-US" dirty="0" err="1"/>
              <a:t>memorija</a:t>
            </a:r>
            <a:endParaRPr lang="en-US" dirty="0"/>
          </a:p>
          <a:p>
            <a:r>
              <a:rPr lang="en-US" dirty="0"/>
              <a:t>NVS, Preferences </a:t>
            </a:r>
            <a:r>
              <a:rPr lang="en-US" dirty="0" err="1"/>
              <a:t>biblioteka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43B2A1E-A52C-721F-810C-5EAD7361FF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9144" y="3189364"/>
            <a:ext cx="4231578" cy="2137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412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97D4E-CD06-B78D-6D7F-D22DDD175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PROJEKTA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3B5CC-8B53-A9AD-DAD8-062CB925F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507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Ion Boardroom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95</TotalTime>
  <Words>258</Words>
  <Application>Microsoft Office PowerPoint</Application>
  <PresentationFormat>Widescreen</PresentationFormat>
  <Paragraphs>45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Century Gothic</vt:lpstr>
      <vt:lpstr>Wingdings 3</vt:lpstr>
      <vt:lpstr>Ion</vt:lpstr>
      <vt:lpstr>Ion Boardroom</vt:lpstr>
      <vt:lpstr>- DragonBreath - Kontrola zmajeve vatre spirometrom</vt:lpstr>
      <vt:lpstr>Zahtjevi projekta </vt:lpstr>
      <vt:lpstr>Korištene tehnologije</vt:lpstr>
      <vt:lpstr>Komponente sustava</vt:lpstr>
      <vt:lpstr>Shema</vt:lpstr>
      <vt:lpstr>Rješenje – Logika vježbe</vt:lpstr>
      <vt:lpstr>Rješenje - Vizualizacija</vt:lpstr>
      <vt:lpstr>Rješenje - IoT</vt:lpstr>
      <vt:lpstr>DEMO PROJEKTA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Mislav Maljković</dc:creator>
  <cp:lastModifiedBy>Mislav Maljković</cp:lastModifiedBy>
  <cp:revision>1</cp:revision>
  <dcterms:created xsi:type="dcterms:W3CDTF">2026-06-09T23:47:58Z</dcterms:created>
  <dcterms:modified xsi:type="dcterms:W3CDTF">2026-06-10T01:23:21Z</dcterms:modified>
</cp:coreProperties>
</file>